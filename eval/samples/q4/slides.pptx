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«Угрозы и уязвимости информационных систем» и подготовиться к практике.</a:t>
            </a:r>
          </a:p>
          <a:p>
            <a:r>
              <a:t>План: Введение в тему (Угрозы и уязвимости информационных систем); Основные приёмы (Угрозы и уязвимости информационных систем); Применение на практике (Угрозы и уязвимости информационных систем)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«Угрозы и уязвимости информационных систем»; Введение в тему: пример из сферы «рабочей практики»;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«Угрозы и уязвимости информационных систем»; Основные приёмы: пример из сферы «рабочей практики»;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«Угрозы и уязвимости информационных систем»; Применение на практике: пример из сферы «рабочей практики»;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Знать основные требования к защите информации в организации; Уметь оценивать угрозы для простой информационной системы; Понятие 1 темы «Угрозы и уязвимости информационных систем» — Ключевое понятие, которое объясняется на лекции простыми словами.; Понятие 2 темы «Угрозы и уязвимости информационных систем» — Ключевое понятие, которое объясняется на лекции простыми словами.; Понятие 3 темы «Угрозы и уязвимости информационных систем» — Ключевое понятие, которое объясняется на лекции простыми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«Требования к защите информации» и подготовиться к практике.</a:t>
            </a:r>
          </a:p>
          <a:p>
            <a:r>
              <a:t>План: Введение в тему (Требования к защите информации); Основные приёмы (Требования к защите информации); Применение на практике (Требования к защите информации)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«Требования к защите информации»; Введение в тему: пример из сферы «рабочей практики»;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«Требования к защите информации»; Основные приёмы: пример из сферы «рабочей практики»;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«Требования к защите информации»; Применение на практике: пример из сферы «рабочей практики»;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Знать основные требования к защите информации в организации; Понятие 1 темы «Требования к защите информации» — Ключевое понятие, которое объясняется на лекции простыми словами.; Понятие 2 темы «Требования к защите информации» — Ключевое понятие, которое объясняется на лекции простыми словами.; Понятие 3 темы «Требования к защите информации» — Ключевое понятие, которое объясняется на лекции простыми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«Оценка рисков для информационной системы» и подготовиться к практике.</a:t>
            </a:r>
          </a:p>
          <a:p>
            <a:r>
              <a:t>План: Введение в тему (Оценка рисков для информационной системы); Основные приёмы (Оценка рисков для информационной системы); Применение на практике (Оценка рисков для информационной системы)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«Оценка рисков для информационной системы»; Введение в тему: пример из сферы «рабочей практики»;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«Оценка рисков для информационной системы»; Основные приёмы: пример из сферы «рабочей практики»;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«Оценка рисков для информационной системы»; Применение на практике: пример из сферы «рабочей практики»;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Уметь оценивать угрозы для простой информационной системы; Владеть навыком оформления результатов проверки защищённости; Понятие 1 темы «Оценка рисков для информационной системы» — Ключевое понятие, которое объясняется на лекции простыми словами.; Понятие 2 темы «Оценка рисков для информационной системы» — Ключевое понятие, которое объясняется на лекции простыми словами.; Понятие 3 темы «Оценка рисков для информационной системы» — Ключевое понятие, которое объясняется на лекции простыми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Угрозы и уязвимости информационных систем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146304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Основы кибербезопасности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1. Основы информационной безопасности · занятие 1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«Угрозы и уязвимости информационных систем» и подготовиться к практике.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Угрозы и уязвимости информационных систем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(Угрозы и уязвимости информационных систем)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«Угрозы и уязвимости информационных систем»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Угрозы и уязвимости информационных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(Угрозы и уязвимости информационных систем)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«Угрозы и уязвимости информационных систем»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Угрозы и уязвимости информационных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(Угрозы и уязвимости информационных систем)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«Угрозы и уязвимости информационных систем»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Угрозы и уязвимости информационных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Знать основные требования к защите информации в организации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Уметь оценивать угрозы для простой информационной системы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«Угрозы и уязвимости информационных систем»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«Угрозы и уязвимости информационных систем»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«Угрозы и уязвимости информационных систем»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Угрозы и уязвимости информационных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Требования к защите информации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146304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Основы кибербезопасности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1. Основы информационной безопасности · занятие 2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«Требования к защите информации» и подготовиться к практике.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Требования к защите информации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(Требования к защите информации)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«Требования к защите информации»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Требования к защите информации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(Требования к защите информации)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«Требования к защите информации»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Требования к защите информации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(Требования к защите информации)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«Требования к защите информации»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Требования к защите информации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Знать основные требования к защите информации в организации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«Требования к защите информации»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«Требования к защите информации»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«Требования к защите информации»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Требования к защите информации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Оценка рисков для информационной системы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146304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Основы кибербезопасности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1. Основы информационной безопасности · занятие 3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«Оценка рисков для информационной системы» и подготовиться к практике.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Оценка рисков для информационной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(Оценка рисков для информационной системы)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«Оценка рисков для информационной системы»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Оценка рисков для информационной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(Оценка рисков для информационной системы)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«Оценка рисков для информационной системы»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Оценка рисков для информационной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(Оценка рисков для информационной системы)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«Оценка рисков для информационной системы»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Оценка рисков для информационной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Уметь оценивать угрозы для простой информационной системы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Владеть навыком оформления результатов проверки защищённости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«Оценка рисков для информационной системы»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«Оценка рисков для информационной системы»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«Оценка рисков для информационной системы»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Основы кибербезопасности · Оценка рисков для информационной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кибербезопасности</dc:title>
  <dc:subject/>
  <dc:creator/>
  <cp:keywords/>
  <dc:description/>
  <cp:lastModifiedBy/>
  <cp:revision>1</cp:revision>
  <dcterms:created xsi:type="dcterms:W3CDTF">2026-10-20T18:13:57Z</dcterms:created>
  <dcterms:modified xsi:type="dcterms:W3CDTF">2026-10-20T18:13:57Z</dcterms:modified>
  <cp:category/>
</cp:coreProperties>
</file>