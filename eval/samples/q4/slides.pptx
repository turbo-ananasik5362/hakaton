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Разобраться в теме «Угрозы и уязвимости информационных систем» и подготовиться к практике.</a:t>
            </a:r>
          </a:p>
          <a:p>
            <a:r>
              <a:t>План: Введение в тему (Угрозы и уязвимости информационных систем); Основные приёмы (Угрозы и уязвимости информационных систем); Применение на практике (Угрозы и уязвимости информационных систем)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Введение в тему: главное о теме «Угрозы и уязвимости информационных систем»; Введение в тему: пример из сферы «рабочей практики»; Введение в тему: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приёмы: главное о теме «Угрозы и уязвимости информационных систем»; Основные приёмы: пример из сферы «рабочей практики»; Основные приёмы: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Применение на практике: главное о теме «Угрозы и уязвимости информационных систем»; Применение на практике: пример из сферы «рабочей практики»; Применение на практике: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Подведите итоги: что теперь получается и какие вопросы остались; ответьте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Разобраться в теме «Требования к защите информации» и подготовиться к практике.</a:t>
            </a:r>
          </a:p>
          <a:p>
            <a:r>
              <a:t>План: Введение в тему (Требования к защите информации); Основные приёмы (Требования к защите информации); Применение на практике (Требования к защите информации)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Введение в тему: главное о теме «Требования к защите информации»; Введение в тему: пример из сферы «рабочей практики»; Введение в тему: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приёмы: главное о теме «Требования к защите информации»; Основные приёмы: пример из сферы «рабочей практики»; Основные приёмы: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Применение на практике: главное о теме «Требования к защите информации»; Применение на практике: пример из сферы «рабочей практики»; Применение на практике: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Подведите итоги: что теперь получается и какие вопросы остались; ответьте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Разобраться в теме «Оценка рисков для информационной системы» и подготовиться к практике.</a:t>
            </a:r>
          </a:p>
          <a:p>
            <a:r>
              <a:t>План: Введение в тему (Оценка рисков для информационной системы); Основные приёмы (Оценка рисков для информационной системы); Применение на практике (Оценка рисков для информационной системы)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Введение в тему: главное о теме «Оценка рисков для информационной системы»; Введение в тему: пример из сферы «рабочей практики»; Введение в тему: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приёмы: главное о теме «Оценка рисков для информационной системы»; Основные приёмы: пример из сферы «рабочей практики»; Основные приёмы: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Применение на практике: главное о теме «Оценка рисков для информационной системы»; Применение на практике: пример из сферы «рабочей практики»; Применение на практике: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Подведите итоги: что теперь получается и какие вопросы остались; ответьте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097280"/>
            <a:ext cx="10698480" cy="164592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1F2A44"/>
                </a:solidFill>
                <a:latin typeface="Arial"/>
              </a:rPr>
              <a:t>Угрозы и уязвимости информационных систем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2926080"/>
            <a:ext cx="10698480" cy="3200400"/>
          </a:xfrm>
        </p:spPr>
        <p:txBody>
          <a:bodyPr wrap="square"/>
          <a:lstStyle/>
          <a:p>
            <a:pPr algn="l"/>
            <a:r>
              <a:rPr sz="2000" b="0">
                <a:solidFill>
                  <a:srgbClr val="6B7280"/>
                </a:solidFill>
                <a:latin typeface="Arial"/>
              </a:rPr>
              <a:t>Основы кибербезопасности</a:t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Модуль 1. Основы информационной безопасности · занятие 1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Цель: Разобраться в теме «Угрозы и уязвимости информационных систем» и подготовиться к практике.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План лекции: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1. Введение в тему (Угрозы и уязвимости информационных систем)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2. Основные приёмы (Угрозы и уязвимости информационных систем)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3. Применение на практике (Угрозы и уязвимости информационных систем)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Угрозы и уязвимости информационных систем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Введение в тему (Угрозы и уязвимости информационных систем)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главное о теме «Угрозы и уязвимости информационных систем»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Угрозы и уязвимости информационных систем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Основные приёмы (Угрозы и уязвимости информационных систем)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главное о теме «Угрозы и уязвимости информационных систем»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Угрозы и уязвимости информационных систем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Применение на практике (Угрозы и уязвимости информационных систем)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главное о теме «Угрозы и уязвимости информационных систем»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Угрозы и уязвимости информационных систем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Итоги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Знать основные требования к защите информации в организации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Уметь оценивать угрозы для простой информационной системы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1 темы «Угрозы и уязвимости информационных систем»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2 темы «Угрозы и уязвимости информационных систем»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3 темы «Угрозы и уязвимости информационных систем» — Ключевое понятие, которое объясняется на лекции простыми словами.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Угрозы и уязвимости информационных систем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097280"/>
            <a:ext cx="10698480" cy="164592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1F2A44"/>
                </a:solidFill>
                <a:latin typeface="Arial"/>
              </a:rPr>
              <a:t>Требования к защите информации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2926080"/>
            <a:ext cx="10698480" cy="3200400"/>
          </a:xfrm>
        </p:spPr>
        <p:txBody>
          <a:bodyPr wrap="square"/>
          <a:lstStyle/>
          <a:p>
            <a:pPr algn="l"/>
            <a:r>
              <a:rPr sz="2000" b="0">
                <a:solidFill>
                  <a:srgbClr val="6B7280"/>
                </a:solidFill>
                <a:latin typeface="Arial"/>
              </a:rPr>
              <a:t>Основы кибербезопасности</a:t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Модуль 1. Основы информационной безопасности · занятие 2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Цель: Разобраться в теме «Требования к защите информации» и подготовиться к практике.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План лекции: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1. Введение в тему (Требования к защите информации)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2. Основные приёмы (Требования к защите информации)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3. Применение на практике (Требования к защите информации)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Требования к защите информации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Введение в тему (Требования к защите информации)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главное о теме «Требования к защите информации»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Требования к защите информации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Основные приёмы (Требования к защите информации)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главное о теме «Требования к защите информации»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Требования к защите информации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Применение на практике (Требования к защите информации)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главное о теме «Требования к защите информации»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Требования к защите информации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Итоги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Знать основные требования к защите информации в организации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1 темы «Требования к защите информации»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2 темы «Требования к защите информации»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3 темы «Требования к защите информации» — Ключевое понятие, которое объясняется на лекции простыми словами.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Требования к защите информации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097280"/>
            <a:ext cx="10698480" cy="164592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1F2A44"/>
                </a:solidFill>
                <a:latin typeface="Arial"/>
              </a:rPr>
              <a:t>Оценка рисков для информационной системы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2926080"/>
            <a:ext cx="10698480" cy="3200400"/>
          </a:xfrm>
        </p:spPr>
        <p:txBody>
          <a:bodyPr wrap="square"/>
          <a:lstStyle/>
          <a:p>
            <a:pPr algn="l"/>
            <a:r>
              <a:rPr sz="2000" b="0">
                <a:solidFill>
                  <a:srgbClr val="6B7280"/>
                </a:solidFill>
                <a:latin typeface="Arial"/>
              </a:rPr>
              <a:t>Основы кибербезопасности</a:t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Модуль 1. Основы информационной безопасности · занятие 3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Цель: Разобраться в теме «Оценка рисков для информационной системы» и подготовиться к практике.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План лекции: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1. Введение в тему (Оценка рисков для информационной системы)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2. Основные приёмы (Оценка рисков для информационной системы)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3. Применение на практике (Оценка рисков для информационной системы)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Оценка рисков для информационной системы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Введение в тему (Оценка рисков для информационной системы)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главное о теме «Оценка рисков для информационной системы»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Оценка рисков для информационной системы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Основные приёмы (Оценка рисков для информационной системы)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главное о теме «Оценка рисков для информационной системы»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Оценка рисков для информационной системы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Применение на практике (Оценка рисков для информационной системы)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главное о теме «Оценка рисков для информационной системы»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Оценка рисков для информационной системы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Итоги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Уметь оценивать угрозы для простой информационной системы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Владеть навыком оформления результатов проверки защищённости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1 темы «Оценка рисков для информационной системы»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2 темы «Оценка рисков для информационной системы»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3 темы «Оценка рисков для информационной системы» — Ключевое понятие, которое объясняется на лекции простыми словами.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Оценка рисков для информационной системы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Основы кибербезопасности</dc:title>
  <dc:subject/>
  <dc:creator/>
  <cp:keywords/>
  <dc:description/>
  <cp:lastModifiedBy/>
  <cp:revision>1</cp:revision>
  <dcterms:created xsi:type="dcterms:W3CDTF">2026-10-21T12:28:55Z</dcterms:created>
  <dcterms:modified xsi:type="dcterms:W3CDTF">2026-10-21T12:28:55Z</dcterms:modified>
  <cp:category/>
</cp:coreProperties>
</file>