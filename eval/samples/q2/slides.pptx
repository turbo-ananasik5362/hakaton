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«Что умеют нейросети и где они ошибаются» и подготовиться к практике.</a:t>
            </a:r>
          </a:p>
          <a:p>
            <a:r>
              <a:t>План: Введение в тему (Что умеют нейросети и где они ошибаются); Основные приёмы (Что умеют нейросети и где они ошибаются); Применение на практике (Что умеют нейросети и где они ошибаются)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«Что умеют нейросети и где они ошибаются»; Введение в тему: пример из сферы «школа»;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«Что умеют нейросети и где они ошибаются»; Основные приёмы: пример из сферы «школа»;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«Что умеют нейросети и где они ошибаются»; Применение на практике: пример из сферы «школа»;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«Российские сервисы ИИ для учителя» и подготовиться к практике.</a:t>
            </a:r>
          </a:p>
          <a:p>
            <a:r>
              <a:t>План: Введение в тему (Российские сервисы ИИ для учителя); Основные приёмы (Российские сервисы ИИ для учителя); Применение на практике (Российские сервисы ИИ для учителя)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«Российские сервисы ИИ для учителя»; Введение в тему: пример из сферы «школа»;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«Российские сервисы ИИ для учителя»; Основные приёмы: пример из сферы «школа»;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«Российские сервисы ИИ для учителя»; Применение на практике: пример из сферы «школа»;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Что умеют нейросети и где они ошибаются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Искусственный интеллект в работе учителя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Нейросети в работе учителя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«Что умеют нейросети и где они ошибаются»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(Что умеют нейросети и где они ошибаются)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(Что умеют нейросети и где они ошибаются)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(Что умеют нейросети и где они ошибаются)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возможности и ограничения нейросетей при подготовке к уроку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«Что умеют нейросети и где они ошибаются»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«Что умеют нейросети и где они ошибаются»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«Что умеют нейросети и где они ошибаются»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Российские сервисы ИИ для учителя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Искусственный интеллект в работе учителя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Нейросети в работе учителя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«Российские сервисы ИИ для учителя»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(Российские сервисы ИИ для учителя)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(Российские сервисы ИИ для учителя)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(Российские сервисы ИИ для учителя)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выбирать сервисы ИИ, доступные в России и безопасные для работы с детьми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«Российские сервисы ИИ для учителя»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«Российские сервисы ИИ для учителя»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«Российские сервисы ИИ для учителя»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Искусственный интеллект в работе учителя</dc:title>
  <dc:subject/>
  <dc:creator/>
  <cp:keywords/>
  <dc:description/>
  <cp:lastModifiedBy/>
  <cp:revision>1</cp:revision>
  <dcterms:created xsi:type="dcterms:W3CDTF">2026-10-22T01:17:26Z</dcterms:created>
  <dcterms:modified xsi:type="dcterms:W3CDTF">2026-10-22T01:17:26Z</dcterms:modified>
  <cp:category/>
</cp:coreProperties>
</file>