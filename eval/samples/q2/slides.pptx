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«Что умеют нейросети и где они ошибаются» и подготовиться к практике.</a:t>
            </a:r>
          </a:p>
          <a:p>
            <a:r>
              <a:t>План: Введение в тему (Что умеют нейросети и где они ошибаются); Основные приёмы (Что умеют нейросети и где они ошибаются); Применение на практике (Что умеют нейросети и где они ошибаются)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«Что умеют нейросети и где они ошибаются»; Введение в тему: пример из сферы «школа»;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«Что умеют нейросети и где они ошибаются»; Основные приёмы: пример из сферы «школа»;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«Что умеют нейросети и где они ошибаются»; Применение на практике: пример из сферы «школа»;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Знать возможности и ограничения нейросетей при подготовке к уроку; Понятие 1 темы «Что умеют нейросети и где они ошибаются» — Ключевое понятие, которое объясняется на лекции простыми словами.; Понятие 2 темы «Что умеют нейросети и где они ошибаются» — Ключевое понятие, которое объясняется на лекции простыми словами.; Понятие 3 темы «Что умеют нейросети и где они ошибаются» — Ключевое понятие, которое объясняется на лекции простыми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Разобраться в теме «Российские сервисы ИИ для учителя» и подготовиться к практике.</a:t>
            </a:r>
          </a:p>
          <a:p>
            <a:r>
              <a:t>План: Введение в тему (Российские сервисы ИИ для учителя); Основные приёмы (Российские сервисы ИИ для учителя); Применение на практике (Российские сервисы ИИ для учителя)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в тему: главное о теме «Российские сервисы ИИ для учителя»; Введение в тему: пример из сферы «школа»; Введение в тему: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приёмы: главное о теме «Российские сервисы ИИ для учителя»; Основные приёмы: пример из сферы «школа»; Основные приёмы: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Применение на практике: главное о теме «Российские сервисы ИИ для учителя»; Применение на практике: пример из сферы «школа»; Применение на практике: что важно запомнить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Уметь выбирать сервисы ИИ, доступные в России и безопасные для работы с детьми; Понятие 1 темы «Российские сервисы ИИ для учителя» — Ключевое понятие, которое объясняется на лекции простыми словами.; Понятие 2 темы «Российские сервисы ИИ для учителя» — Ключевое понятие, которое объясняется на лекции простыми словами.; Понятие 3 темы «Российские сервисы ИИ для учителя» — Ключевое понятие, которое объясняется на лекции простыми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Что умеют нейросети и где они ошибаются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Искусственный интеллект в работе учителя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1. Нейросети в работе учителя · занятие 1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«Что умеют нейросети и где они ошибаются» и подготовиться к практике.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Что умеют нейросети и где они ошибаются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(Что умеют нейросети и где они ошибаются)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«Что умеют нейросети и где они ошибаются»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«школа»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Что умеют нейросети и где они ошибаются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(Что умеют нейросети и где они ошибаются)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«Что умеют нейросети и где они ошибаются»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«школа»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Что умеют нейросети и где они ошибаются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(Что умеют нейросети и где они ошибаются)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«Что умеют нейросети и где они ошибаются»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«школа»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Что умеют нейросети и где они ошибаются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Знать возможности и ограничения нейросетей при подготовке к уроку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«Что умеют нейросети и где они ошибаются»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«Что умеют нейросети и где они ошибаются»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«Что умеют нейросети и где они ошибаются»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Что умеют нейросети и где они ошибаются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64592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1F2A44"/>
                </a:solidFill>
                <a:latin typeface="Arial"/>
              </a:rPr>
              <a:t>Российские сервисы ИИ для учителя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1463040"/>
          </a:xfrm>
        </p:spPr>
        <p:txBody>
          <a:bodyPr wrap="square"/>
          <a:lstStyle/>
          <a:p>
            <a:pPr algn="l"/>
            <a:r>
              <a:rPr sz="2000" b="0">
                <a:solidFill>
                  <a:srgbClr val="6B7280"/>
                </a:solidFill>
                <a:latin typeface="Arial"/>
              </a:rPr>
              <a:t>Искусственный интеллект в работе учителя</a:t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Модуль 1. Нейросети в работе учителя · занятие 1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</a:rPr>
              <a:t>Цель: Разобраться в теме «Российские сервисы ИИ для учителя» и подготовиться к практике.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Российские сервисы ИИ для учителя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Введение в тему (Российские сервисы ИИ для учителя)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главное о теме «Российские сервисы ИИ для учителя»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пример из сферы «школа»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Введение в тему: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Российские сервисы ИИ для учителя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Основные приёмы (Российские сервисы ИИ для учителя)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главное о теме «Российские сервисы ИИ для учителя»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пример из сферы «школа»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Основные приёмы: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Российские сервисы ИИ для учителя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Применение на практике (Российские сервисы ИИ для учителя)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главное о теме «Российские сервисы ИИ для учителя»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пример из сферы «школа»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Применение на практике: что важно запомнить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Российские сервисы ИИ для учителя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698480" cy="91440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44"/>
                </a:solidFill>
                <a:latin typeface="Arial"/>
              </a:rPr>
              <a:t>Итоги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381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Тезисы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Уметь выбирать сервисы ИИ, доступные в России и безопасные для работы с детьми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1 темы «Российские сервисы ИИ для учителя»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2 темы «Российские сервисы ИИ для учителя» — Ключевое понятие, которое объясняется на лекции простыми словами.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Arial"/>
              </a:rPr>
              <a:t>Понятие 3 темы «Российские сервисы ИИ для учителя» — Ключевое понятие, которое объясняется на лекции простыми словами.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Искусственный интеллект в работе учителя · Российские сервисы ИИ для учителя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Искусственный интеллект в работе учителя</dc:title>
  <dc:subject/>
  <dc:creator/>
  <cp:keywords/>
  <dc:description/>
  <cp:lastModifiedBy/>
  <cp:revision>1</cp:revision>
  <dcterms:created xsi:type="dcterms:W3CDTF">2026-10-20T18:13:55Z</dcterms:created>
  <dcterms:modified xsi:type="dcterms:W3CDTF">2026-10-20T18:13:55Z</dcterms:modified>
  <cp:category/>
</cp:coreProperties>
</file>