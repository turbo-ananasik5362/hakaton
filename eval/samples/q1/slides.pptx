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«Первая программа: ввод и вывод» и подготовиться к практике.</a:t>
            </a:r>
          </a:p>
          <a:p>
            <a:r>
              <a:t>План: Введение в тему (Первая программа: ввод и вывод); Основные приёмы (Первая программа: ввод и вывод); Применение на практике (Первая программа: ввод и вывод)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«Первая программа: ввод и вывод»;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«Первая программа: ввод и вывод»;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«Первая программа: ввод и вывод»;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«Переменные и типы данных» и подготовиться к практике.</a:t>
            </a:r>
          </a:p>
          <a:p>
            <a:r>
              <a:t>План: Введение в тему (Переменные и типы данных); Основные приёмы (Переменные и типы данных); Применение на практике (Переменные и типы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«Переменные и типы данных»;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«Переменные и типы данных»;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«Переменные и типы данных»;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Первая программа: ввод и вывод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«Первая программа: ввод и вывод»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(Первая программа: ввод и вывод)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запуска и отладки простой программы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«Первая программа: ввод и вывод»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Переменные и типы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«Переменные и типы данных»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(Переменные и типы данных)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«Переменные и типы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Первые шаги в Python</dc:title>
  <dc:subject/>
  <dc:creator/>
  <cp:keywords/>
  <dc:description/>
  <cp:lastModifiedBy/>
  <cp:revision>1</cp:revision>
  <dcterms:created xsi:type="dcterms:W3CDTF">2026-10-21T12:28:52Z</dcterms:created>
  <dcterms:modified xsi:type="dcterms:W3CDTF">2026-10-21T12:28:52Z</dcterms:modified>
  <cp:category/>
</cp:coreProperties>
</file>