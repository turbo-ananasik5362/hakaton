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«Таблицы pandas: загрузка и просмотр данных» и подготовиться к практике.</a:t>
            </a:r>
          </a:p>
          <a:p>
            <a:r>
              <a:t>План: Введение в тему (Таблицы pandas: загрузка и просмотр данных); Основные приёмы (Таблицы pandas: загрузка и просмотр данных); Применение на практике (Таблицы pandas: загрузка и просмотр данных)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«Таблицы pandas: загрузка и просмотр данных»; Введение в тему: пример из сферы «банк»;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«Таблицы pandas: загрузка и просмотр данных»; Основные приёмы: пример из сферы «банк»;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«Таблицы pandas: загрузка и просмотр данных»; Применение на практике: пример из сферы «банк»;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итоги: что теперь получается и какие вопросы остались;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«Фильтрация, группировка и сводные таблицы» и подготовиться к практике.</a:t>
            </a:r>
          </a:p>
          <a:p>
            <a:r>
              <a:t>План: Введение в тему (Фильтрация, группировка и сводные таблицы); Основные приёмы (Фильтрация, группировка и сводные таблицы); Применение на практике (Фильтрация, группировка и сводные таблицы)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«Фильтрация, группировка и сводные таблицы»; Введение в тему: пример из сферы «банк»;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«Фильтрация, группировка и сводные таблицы»; Основные приёмы: пример из сферы «банк»;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«Фильтрация, группировка и сводные таблицы»; Применение на практике: пример из сферы «банк»;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итоги: что теперь получается и какие вопросы остались;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«Очистка и объединение данных клиентов» и подготовиться к практике.</a:t>
            </a:r>
          </a:p>
          <a:p>
            <a:r>
              <a:t>План: Введение в тему (Очистка и объединение данных клиентов); Основные приёмы (Очистка и объединение данных клиентов); Применение на практике (Очистка и объединение данных клиентов)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«Очистка и объединение данных клиентов»; Введение в тему: пример из сферы «банк»;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«Очистка и объединение данных клиентов»; Основные приёмы: пример из сферы «банк»;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«Очистка и объединение данных клиентов»; Применение на практике: пример из сферы «банк»;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итоги: что теперь получается и какие вопросы остались;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09728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Таблицы pandas: загрузка и просмотр данных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2926080"/>
            <a:ext cx="10698480" cy="320040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Анализ данных на Python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2. Обработка данных в pandas · занятие 4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«Таблицы pandas: загрузка и просмотр данных» и подготовиться к практике.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План лекции: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1. Введение в тему (Таблицы pandas: загрузка и просмотр данных)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2. Основные приёмы (Таблицы pandas: загрузка и просмотр данных)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3. Применение на практике (Таблицы pandas: загрузка и просмотр данных)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Таблицы pandas: загрузка и просмотр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(Таблицы pandas: загрузка и просмотр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«Таблицы pandas: загрузка и просмотр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Таблицы pandas: загрузка и просмотр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(Таблицы pandas: загрузка и просмотр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«Таблицы pandas: загрузка и просмотр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Таблицы pandas: загрузка и просмотр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(Таблицы pandas: загрузка и просмотр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«Таблицы pandas: загрузка и просмотр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Таблицы pandas: загрузка и просмотр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 основные типы данных Python и структуры таблиц pandas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загружать, очищать и объединять таблицы в pandas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«Таблицы pandas: загрузка и просмотр данных»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«Таблицы pandas: загрузка и просмотр данных»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«Таблицы pandas: загрузка и просмотр данных»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Таблицы pandas: загрузка и просмотр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09728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Фильтрация, группировка и сводные таблицы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2926080"/>
            <a:ext cx="10698480" cy="320040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Анализ данных на Python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2. Обработка данных в pandas · занятие 5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«Фильтрация, группировка и сводные таблицы» и подготовиться к практике.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План лекции: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1. Введение в тему (Фильтрация, группировка и сводные таблицы)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2. Основные приёмы (Фильтрация, группировка и сводные таблицы)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3. Применение на практике (Фильтрация, группировка и сводные таблицы)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Фильтрация, группировка и сводные таблицы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(Фильтрация, группировка и сводные таблицы)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«Фильтрация, группировка и сводные таблицы»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Фильтрация, группировка и сводные таблицы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(Фильтрация, группировка и сводные таблицы)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«Фильтрация, группировка и сводные таблицы»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Фильтрация, группировка и сводные таблицы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(Фильтрация, группировка и сводные таблицы)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«Фильтрация, группировка и сводные таблицы»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Фильтрация, группировка и сводные таблицы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загружать, очищать и объединять таблицы в pandas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«Фильтрация, группировка и сводные таблицы»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«Фильтрация, группировка и сводные таблицы»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«Фильтрация, группировка и сводные таблицы»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Фильтрация, группировка и сводные таблицы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09728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Очистка и объединение данных клиентов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2926080"/>
            <a:ext cx="10698480" cy="320040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Анализ данных на Python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2. Обработка данных в pandas · занятие 6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«Очистка и объединение данных клиентов» и подготовиться к практике.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План лекции: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1. Введение в тему (Очистка и объединение данных клиентов)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2. Основные приёмы (Очистка и объединение данных клиентов)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3. Применение на практике (Очистка и объединение данных клиентов)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Очистка и объединение данных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(Очистка и объединение данных клиентов)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«Очистка и объединение данных клиентов»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Очистка и объединение данных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(Очистка и объединение данных клиентов)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«Очистка и объединение данных клиентов»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Очистка и объединение данных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(Очистка и объединение данных клиентов)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«Очистка и объединение данных клиентов»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«банк»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Очистка и объединение данных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загружать, очищать и объединять таблицы в pandas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Владеть приёмами подготовки банковских данных к анализу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«Очистка и объединение данных клиентов»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«Очистка и объединение данных клиентов»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«Очистка и объединение данных клиентов»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Анализ данных на Python · Очистка и объединение данных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данных на Python</dc:title>
  <dc:subject/>
  <dc:creator/>
  <cp:keywords/>
  <dc:description/>
  <cp:lastModifiedBy/>
  <cp:revision>1</cp:revision>
  <dcterms:created xsi:type="dcterms:W3CDTF">2026-10-22T15:52:24Z</dcterms:created>
  <dcterms:modified xsi:type="dcterms:W3CDTF">2026-10-22T15:52:24Z</dcterms:modified>
  <cp:category/>
</cp:coreProperties>
</file>